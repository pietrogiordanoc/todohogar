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DA8FA-AA8B-D52C-98F7-FECE7DF40B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A5BCFDA-E104-0988-9EB9-2FC6858FCF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850D8-C384-E57F-0DF0-4DEB71E2F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4531B2-B897-B88B-EA46-5BCB77127D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2CD0E-8F1F-1D8C-71C5-030B54071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68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EC483-3D33-8D1B-7466-AA3556713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059D2-FE96-7DD5-8505-5A156E4F5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F71F9-59CB-1048-7DE3-8451BD061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C00B6-4F13-7233-611B-9624E5156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3ED30-3691-A089-35AA-2E4E1B3C0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898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01EC1-D5B8-82C8-F770-209D43920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6FBEE4-811F-C73F-C7F8-82B28F8D2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A6FD61-0A84-1359-166E-AEC2CE9E3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2DDC6F-A2C4-07D5-1708-EFA47E05B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18D53-D507-9A80-C848-233578B00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72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C75A3-2CAE-913C-65D4-208FD5A4F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E0E1E-66B5-969A-EE4F-A0A19EE91C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05AF02-E77F-7FE3-CB0E-1741F1E860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0AADE6-2D72-968D-2847-5178AF2AE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C2AD0C-CD06-D5D0-8C23-EBC68A49D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ABD6B7-2A3D-7DA2-BAAE-95D48B14A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500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0740-C641-5B22-613F-504A5E4271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BDAFB-7381-193C-3AE1-CDF9E479D7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C22BE-BC03-E4FE-08A0-C108CB4002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F75980A-0D81-C14B-B860-7A7ECADAEA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A717B3-922B-5E4D-1AE1-F65F97E9A4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4161A3-4AEF-E314-8B6E-457B06479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7316F9-C02D-C034-6059-DC18FFDB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53F00B-6259-B33E-0980-4F1AD27ED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689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A3C970-02D8-3441-CFC0-BC27C410B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6E6CF0-A14C-D5A7-1138-7C2347215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7D753E-78E0-8A73-ABE0-72C65BE00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44430E-49AC-0DED-D2D9-8A3168139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36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1AB03B-4A9C-D72C-2518-A6DE4867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04513C-9E02-15B1-4BEA-07895B0FA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7DD95-B334-B684-4F4D-5E3595940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69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D210E-D363-681E-5502-48379B832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A3CB84-AFF2-2603-A712-FFBC54E34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98CE2-E145-4475-C77D-77B1A05FA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92983-7C2A-7862-AF4E-E0CC3D283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54BAD7-A45D-5181-F042-31A4249F34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1C1582-4332-DBAB-1ED0-7FBC1E6F9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2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E3CFA-CF75-B6A6-F1F0-1CB5BC2FC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91F588-7187-7648-1D09-76E2285FBA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DB6B0A-0AD9-105A-286C-2BDA7185C3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58526-0E20-AE7D-831B-028EB1E68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7218C8-C868-4740-ACB0-C624300BE5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94D772-6D94-D63F-33D0-D922C0A86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660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490C2-CA9B-45F2-5525-586DA9F9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A484CC-E063-19EE-5738-3492CF13E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91563-07B8-E277-2C22-7BB60CF15A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8E87FC-CD51-5E3E-A54A-93EA1365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735888-2059-0996-7BEF-E8F1C4D16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173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2E68A1-A9EA-72B9-7CA5-15BD9F6159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A84470-7A92-FE56-2A7C-B2CA409C3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E8E9A-C1F0-EEFA-AE56-7F96304C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8C66C2-F071-8054-2A8E-66DDF7F8A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919758-45CF-EC47-7322-A2B003087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2809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14E1F0-E3FF-CC7E-6A3E-AFC9A1EEE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7FF25C-8759-C15A-A8E0-34BC754D7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02E72-2614-13CA-73A2-C478456D0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2A22B0-19AC-45FB-BAA9-8D0C2DE2C3EF}" type="datetimeFigureOut">
              <a:rPr lang="en-US" smtClean="0"/>
              <a:t>6/15/2026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E7602-1025-3CE1-E698-525FB62609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8789E2-DC8C-F23B-01F3-250EEBE9B6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BBC66F-8DFE-41E3-A41B-4136922F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56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6CB8852-5186-31AD-4820-8B78128BC595}"/>
              </a:ext>
            </a:extLst>
          </p:cNvPr>
          <p:cNvSpPr txBox="1"/>
          <p:nvPr/>
        </p:nvSpPr>
        <p:spPr>
          <a:xfrm>
            <a:off x="896539" y="1481668"/>
            <a:ext cx="37639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US" sz="1400" dirty="0"/>
              <a:t>Costo dominio y hospedaje anual promedio $480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8ECF5B-6FAE-02C5-E554-C94ECA21E1C8}"/>
              </a:ext>
            </a:extLst>
          </p:cNvPr>
          <p:cNvSpPr txBox="1"/>
          <p:nvPr/>
        </p:nvSpPr>
        <p:spPr>
          <a:xfrm>
            <a:off x="2881057" y="1758091"/>
            <a:ext cx="17794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US" sz="1400" dirty="0"/>
              <a:t>Costo desarrollo $600</a:t>
            </a:r>
            <a:endParaRPr lang="en-US" sz="1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8C5FFF4-56DC-B71A-B6DD-C7E2840B2F5D}"/>
              </a:ext>
            </a:extLst>
          </p:cNvPr>
          <p:cNvSpPr txBox="1"/>
          <p:nvPr/>
        </p:nvSpPr>
        <p:spPr>
          <a:xfrm>
            <a:off x="956733" y="872627"/>
            <a:ext cx="36032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100" dirty="0"/>
              <a:t>Propuesta </a:t>
            </a:r>
            <a:r>
              <a:rPr lang="es-US" sz="1100" dirty="0" err="1"/>
              <a:t>Todohogar</a:t>
            </a:r>
            <a:r>
              <a:rPr lang="es-US" sz="1100" dirty="0"/>
              <a:t> 15 Junio 2026</a:t>
            </a:r>
            <a:endParaRPr lang="en-US" sz="11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51A879-9512-1E4C-9BBC-8886C4DE85E2}"/>
              </a:ext>
            </a:extLst>
          </p:cNvPr>
          <p:cNvSpPr txBox="1"/>
          <p:nvPr/>
        </p:nvSpPr>
        <p:spPr>
          <a:xfrm>
            <a:off x="956733" y="1142537"/>
            <a:ext cx="36032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100" dirty="0"/>
              <a:t>Carmen Martínez, Todo Hogar</a:t>
            </a:r>
            <a:endParaRPr lang="en-US" sz="11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D1DB34-315C-2ECD-B847-34328C6050BC}"/>
              </a:ext>
            </a:extLst>
          </p:cNvPr>
          <p:cNvSpPr txBox="1"/>
          <p:nvPr/>
        </p:nvSpPr>
        <p:spPr>
          <a:xfrm>
            <a:off x="6096000" y="976644"/>
            <a:ext cx="360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400" dirty="0"/>
              <a:t>La publico en </a:t>
            </a:r>
            <a:r>
              <a:rPr lang="es-US" sz="1400" dirty="0" err="1"/>
              <a:t>Netlify</a:t>
            </a:r>
            <a:r>
              <a:rPr lang="es-US" sz="1400" dirty="0"/>
              <a:t> + </a:t>
            </a:r>
            <a:r>
              <a:rPr lang="es-US" sz="1400" dirty="0" err="1"/>
              <a:t>Supabase</a:t>
            </a:r>
            <a:r>
              <a:rPr lang="es-US" sz="1400" dirty="0"/>
              <a:t> + </a:t>
            </a:r>
            <a:r>
              <a:rPr lang="es-US" sz="1400" dirty="0" err="1"/>
              <a:t>Namecheap</a:t>
            </a:r>
            <a:endParaRPr 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3B49BED-EC53-0117-EDE2-037D35F7F2E1}"/>
              </a:ext>
            </a:extLst>
          </p:cNvPr>
          <p:cNvSpPr txBox="1"/>
          <p:nvPr/>
        </p:nvSpPr>
        <p:spPr>
          <a:xfrm>
            <a:off x="6096000" y="400446"/>
            <a:ext cx="36032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US" sz="1400" dirty="0"/>
              <a:t>Mi costo solo Dominio</a:t>
            </a:r>
            <a:endParaRPr lang="en-US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E9F433-3BDB-B12E-F75E-A2B5D3061215}"/>
              </a:ext>
            </a:extLst>
          </p:cNvPr>
          <p:cNvSpPr txBox="1"/>
          <p:nvPr/>
        </p:nvSpPr>
        <p:spPr>
          <a:xfrm>
            <a:off x="3580286" y="2065868"/>
            <a:ext cx="10802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s-US" sz="1400" dirty="0"/>
              <a:t>Total </a:t>
            </a:r>
            <a:r>
              <a:rPr lang="es-US" sz="1400" b="1" dirty="0"/>
              <a:t>$1.080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580018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Pietro Giordano</dc:creator>
  <cp:lastModifiedBy>Pietro Giordano</cp:lastModifiedBy>
  <cp:revision>1</cp:revision>
  <dcterms:created xsi:type="dcterms:W3CDTF">2026-06-15T06:35:48Z</dcterms:created>
  <dcterms:modified xsi:type="dcterms:W3CDTF">2026-06-15T06:43:17Z</dcterms:modified>
</cp:coreProperties>
</file>